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BF6"/>
    <a:srgbClr val="F1F1F1"/>
    <a:srgbClr val="B1D494"/>
    <a:srgbClr val="FADA72"/>
    <a:srgbClr val="FAE4D6"/>
    <a:srgbClr val="EDD9CC"/>
    <a:srgbClr val="FEF1CD"/>
    <a:srgbClr val="FEF1CC"/>
    <a:srgbClr val="FEF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3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0E0F3-AA75-1C2D-C26B-06DEA2471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E81D0D-3057-9B70-6C99-3DB3A4346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B8A0C7-F0D7-0A25-05B7-F3422479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5FB8BB-8EE2-B361-EEEA-C5FAEAFE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BC36A0-A4AD-0325-98D5-4868E6D19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95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FA3D0-0564-C7BB-9913-8208938E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7BFA70-F88E-7803-1387-77BE0D08D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44F8EA-9D00-D2C8-373B-0DFCA67A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BCC71-C4E5-C819-BD49-3C342B1E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F0296F-DCF1-55CE-FF02-B3EEF64E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47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D4FAB-047F-0250-9485-3DD790AE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606B65-BC7C-1421-1D3D-C6032DADA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6C7DF6-C559-0E43-E0E9-19FD709A6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55F30D-442E-8293-27E9-7D45BB20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234DAD-DDFA-2DB4-C812-72CA0523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90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64BAB-398B-92C2-5A3A-6592BD64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A23EB-8D00-A3A2-33E8-F1DE040A1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84D109-289F-B94C-1A2B-18ABE4FFF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AD0101-65EA-51C6-D1F8-3EACCE4B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A6A4F-C4CC-37B3-AC16-79C40594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9FB8C5-571D-75B2-245A-19A23A0E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97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59A41-46CF-2E86-73EB-42CA759C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51613E-6B0E-470D-299B-E2CA80B82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D1BE1B-DA7B-144E-8430-33E46EDC9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509F4D-C20A-AD31-8EED-EB7B6EFC4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0DD818-6271-BB04-8F6D-DDDF1399F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7F4FE2-E270-85DA-AADF-F39B2B39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01DFB0-3BD5-F51D-A43C-6FF83638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68F8E6-7210-CEE1-0CB6-F23CFECE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240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AF2442-3C63-3FE9-FE73-DC755800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FB3D6C-FCD9-5956-D778-BEF42A281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0D1A2A-484B-FFDF-1C40-F334EF202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8497DD-DBCD-0CD4-7384-2233E7BB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705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DEE3F5-B338-6ACA-B562-3B339660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944532-6ADF-6FD1-17E8-338A7210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F5CF18-8FD4-1F38-4F74-44F293BB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7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86726-9402-B696-B91E-39E607E0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BB7B7B-5D94-ACCC-DC6F-5A7A0A301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029DA6-FDD3-BF7A-C50F-8A5A3A909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19F68-5D84-D436-1CB1-A361DE6E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9E66C2-8742-5818-3948-86D9BC4D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31B13F-9443-10CF-2E1B-1B6F87F3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89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AD52C-AA4B-6194-DC0D-C1E62A93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CF762C-5512-BEDD-E28F-F63477E71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97137F-9462-CD01-B2F2-9F04761FC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7DF7A7-4400-FE6E-D97D-5EF3AB7D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F40EC5-9B09-6AD7-5450-65A3D5DD7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C396F0-3079-7442-386F-CEEA90C0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15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6A8A2-A15E-65CE-84EE-E3754E5B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16F9E7-3B18-5D30-E766-4986BF1BC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A1679F-CDB6-C504-71DB-EF4731A2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92ABC-3873-FCA5-C854-5558E15B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D56FD8-73A2-6BDE-9A57-1FC70465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089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6F75D8-E05B-5561-3761-3D0DE1098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5D09C8-C14F-CA95-70D0-C61C6C1F3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8EDD2C-B6B3-C928-B854-F1A592B0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EF570B-152A-7085-1775-DE984DF5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CF8FF-CEF3-DEE4-A698-8ED82D1B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86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F75826-8EAF-0B03-9ABA-784A3120B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1AC69E-88D7-97D2-3897-D39FEA196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4F529F-5E3A-C4B2-CB51-5501D0F7D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8E62-BD3E-410C-B483-198F5093DFA3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AEF4F-FE4C-F635-DB06-21DA4D8BD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6A8C56-130D-6ECE-77EE-5E41E9793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0EA82-F636-4D30-A486-51244859BE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574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1FBEE26-4BA7-7BED-5561-F60DFB191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070"/>
            <a:ext cx="12192000" cy="61318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D3DC31E-3CD3-0914-9203-5D01A70E9E89}"/>
              </a:ext>
            </a:extLst>
          </p:cNvPr>
          <p:cNvSpPr txBox="1"/>
          <p:nvPr/>
        </p:nvSpPr>
        <p:spPr>
          <a:xfrm>
            <a:off x="5240741" y="2572602"/>
            <a:ext cx="20608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检索编码器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66B0E1-73D5-25EF-5539-C97786BECEF9}"/>
              </a:ext>
            </a:extLst>
          </p:cNvPr>
          <p:cNvSpPr txBox="1"/>
          <p:nvPr/>
        </p:nvSpPr>
        <p:spPr>
          <a:xfrm>
            <a:off x="8279642" y="2586670"/>
            <a:ext cx="31367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知识图谱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个性化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PageRank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E9E641-7941-991C-EFEE-7AB5B00119DA}"/>
              </a:ext>
            </a:extLst>
          </p:cNvPr>
          <p:cNvSpPr txBox="1"/>
          <p:nvPr/>
        </p:nvSpPr>
        <p:spPr>
          <a:xfrm>
            <a:off x="65964" y="3428998"/>
            <a:ext cx="122374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离线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索引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A22238-EE9D-DCB5-C4A3-AFBE5E6A1CEA}"/>
              </a:ext>
            </a:extLst>
          </p:cNvPr>
          <p:cNvSpPr txBox="1"/>
          <p:nvPr/>
        </p:nvSpPr>
        <p:spPr>
          <a:xfrm>
            <a:off x="65963" y="5137243"/>
            <a:ext cx="122374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在线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检索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36AB51-69A6-4640-DC5A-85F036A47301}"/>
              </a:ext>
            </a:extLst>
          </p:cNvPr>
          <p:cNvSpPr txBox="1"/>
          <p:nvPr/>
        </p:nvSpPr>
        <p:spPr>
          <a:xfrm>
            <a:off x="2197289" y="2153903"/>
            <a:ext cx="16309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新皮层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5DAB3C-4B9F-A8B5-9369-09F541D34B23}"/>
              </a:ext>
            </a:extLst>
          </p:cNvPr>
          <p:cNvSpPr txBox="1"/>
          <p:nvPr/>
        </p:nvSpPr>
        <p:spPr>
          <a:xfrm>
            <a:off x="4976883" y="2153903"/>
            <a:ext cx="2618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海马旁回区域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8D20F3-4A18-E82D-0214-F1688376C39F}"/>
              </a:ext>
            </a:extLst>
          </p:cNvPr>
          <p:cNvSpPr txBox="1"/>
          <p:nvPr/>
        </p:nvSpPr>
        <p:spPr>
          <a:xfrm>
            <a:off x="8543498" y="2153903"/>
            <a:ext cx="26180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海马体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FDC0CE-0C03-9F80-1349-DEE1538F02C0}"/>
              </a:ext>
            </a:extLst>
          </p:cNvPr>
          <p:cNvSpPr txBox="1"/>
          <p:nvPr/>
        </p:nvSpPr>
        <p:spPr>
          <a:xfrm>
            <a:off x="2197289" y="2572602"/>
            <a:ext cx="16309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LLM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2FBE73-EC06-33FA-19CD-FE0FC9E04351}"/>
              </a:ext>
            </a:extLst>
          </p:cNvPr>
          <p:cNvSpPr txBox="1"/>
          <p:nvPr/>
        </p:nvSpPr>
        <p:spPr>
          <a:xfrm>
            <a:off x="1289712" y="3068375"/>
            <a:ext cx="90757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段落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523D7A-3D03-F229-395B-C582127B40E7}"/>
              </a:ext>
            </a:extLst>
          </p:cNvPr>
          <p:cNvSpPr txBox="1"/>
          <p:nvPr/>
        </p:nvSpPr>
        <p:spPr>
          <a:xfrm>
            <a:off x="7715912" y="5266704"/>
            <a:ext cx="907577" cy="4370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节点</a:t>
            </a:r>
          </a:p>
          <a:p>
            <a:pPr algn="ctr">
              <a:lnSpc>
                <a:spcPct val="80000"/>
              </a:lnSpc>
            </a:pP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特异性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71E491D-5D95-E983-7633-C97323620CB6}"/>
              </a:ext>
            </a:extLst>
          </p:cNvPr>
          <p:cNvSpPr txBox="1"/>
          <p:nvPr/>
        </p:nvSpPr>
        <p:spPr>
          <a:xfrm>
            <a:off x="1370412" y="5379515"/>
            <a:ext cx="708075" cy="340519"/>
          </a:xfrm>
          <a:prstGeom prst="roundRect">
            <a:avLst>
              <a:gd name="adj" fmla="val 25991"/>
            </a:avLst>
          </a:prstGeom>
          <a:solidFill>
            <a:srgbClr val="F1F1F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查询</a:t>
            </a:r>
            <a:endParaRPr lang="en-US" altLang="zh-CN" sz="1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1773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70A33B5-FDAD-B256-A67C-CC0ED46BC41B}"/>
              </a:ext>
            </a:extLst>
          </p:cNvPr>
          <p:cNvGrpSpPr/>
          <p:nvPr/>
        </p:nvGrpSpPr>
        <p:grpSpPr>
          <a:xfrm>
            <a:off x="1304081" y="0"/>
            <a:ext cx="9583838" cy="6858000"/>
            <a:chOff x="1304081" y="0"/>
            <a:chExt cx="9583838" cy="68580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E6D2CE6-B021-685E-011B-5B813BEBC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4081" y="0"/>
              <a:ext cx="9583838" cy="68580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754F8FB-E141-9569-32EB-26C0DBEF4389}"/>
                </a:ext>
              </a:extLst>
            </p:cNvPr>
            <p:cNvSpPr txBox="1"/>
            <p:nvPr/>
          </p:nvSpPr>
          <p:spPr>
            <a:xfrm>
              <a:off x="3048189" y="166353"/>
              <a:ext cx="103486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用户输入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B88230C-F580-A059-FB60-9FCD5F749B03}"/>
                </a:ext>
              </a:extLst>
            </p:cNvPr>
            <p:cNvSpPr txBox="1"/>
            <p:nvPr/>
          </p:nvSpPr>
          <p:spPr>
            <a:xfrm>
              <a:off x="1797239" y="3938253"/>
              <a:ext cx="133966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图数据库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0D56FFB-3DC1-818A-E35D-38138B60D2F1}"/>
                </a:ext>
              </a:extLst>
            </p:cNvPr>
            <p:cNvSpPr txBox="1"/>
            <p:nvPr/>
          </p:nvSpPr>
          <p:spPr>
            <a:xfrm>
              <a:off x="2025650" y="5039780"/>
              <a:ext cx="571500" cy="16087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2174B44-17F9-022F-9205-A89623B695C6}"/>
                </a:ext>
              </a:extLst>
            </p:cNvPr>
            <p:cNvSpPr txBox="1"/>
            <p:nvPr/>
          </p:nvSpPr>
          <p:spPr>
            <a:xfrm>
              <a:off x="1498977" y="1250057"/>
              <a:ext cx="1009273" cy="584775"/>
            </a:xfrm>
            <a:prstGeom prst="rect">
              <a:avLst/>
            </a:prstGeom>
            <a:solidFill>
              <a:srgbClr val="FEFBF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疾病实体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识别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7D66800-6645-B137-615E-DE0A0F6A32FF}"/>
                </a:ext>
              </a:extLst>
            </p:cNvPr>
            <p:cNvSpPr txBox="1"/>
            <p:nvPr/>
          </p:nvSpPr>
          <p:spPr>
            <a:xfrm>
              <a:off x="6013638" y="5151964"/>
              <a:ext cx="1422212" cy="584775"/>
            </a:xfrm>
            <a:prstGeom prst="rect">
              <a:avLst/>
            </a:prstGeom>
            <a:solidFill>
              <a:srgbClr val="FEF1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自然语言化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子图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EC4F4BD-8C0C-4354-025F-4C8CAD7BAE99}"/>
                </a:ext>
              </a:extLst>
            </p:cNvPr>
            <p:cNvSpPr txBox="1"/>
            <p:nvPr/>
          </p:nvSpPr>
          <p:spPr>
            <a:xfrm>
              <a:off x="5931088" y="2905780"/>
              <a:ext cx="1422212" cy="584775"/>
            </a:xfrm>
            <a:prstGeom prst="rect">
              <a:avLst/>
            </a:prstGeom>
            <a:solidFill>
              <a:srgbClr val="FEFDF9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提示</a:t>
              </a: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上下文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匹配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BEDACE1-FF2C-42CD-C968-2105BD9151A9}"/>
                </a:ext>
              </a:extLst>
            </p:cNvPr>
            <p:cNvSpPr txBox="1"/>
            <p:nvPr/>
          </p:nvSpPr>
          <p:spPr>
            <a:xfrm>
              <a:off x="7658100" y="1445907"/>
              <a:ext cx="1574800" cy="584775"/>
            </a:xfrm>
            <a:prstGeom prst="rect">
              <a:avLst/>
            </a:prstGeom>
            <a:solidFill>
              <a:srgbClr val="FEFDF9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提示感知上下文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5FC4302-3966-34A6-18AC-4D1E0FDFB0B8}"/>
                </a:ext>
              </a:extLst>
            </p:cNvPr>
            <p:cNvSpPr txBox="1"/>
            <p:nvPr/>
          </p:nvSpPr>
          <p:spPr>
            <a:xfrm>
              <a:off x="8826688" y="2937981"/>
              <a:ext cx="1282512" cy="584775"/>
            </a:xfrm>
            <a:prstGeom prst="rect">
              <a:avLst/>
            </a:prstGeom>
            <a:solidFill>
              <a:srgbClr val="FEFDF9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提示感知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上下文提取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700BE33-F827-E2D0-226F-383E442A29BF}"/>
                </a:ext>
              </a:extLst>
            </p:cNvPr>
            <p:cNvSpPr txBox="1"/>
            <p:nvPr/>
          </p:nvSpPr>
          <p:spPr>
            <a:xfrm>
              <a:off x="2467069" y="1283805"/>
              <a:ext cx="130081" cy="215443"/>
            </a:xfrm>
            <a:prstGeom prst="rect">
              <a:avLst/>
            </a:prstGeom>
            <a:solidFill>
              <a:srgbClr val="FEFBF6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1D66A6C-6D25-E69B-6645-0C81D6992D03}"/>
                </a:ext>
              </a:extLst>
            </p:cNvPr>
            <p:cNvSpPr txBox="1"/>
            <p:nvPr/>
          </p:nvSpPr>
          <p:spPr>
            <a:xfrm>
              <a:off x="2876550" y="1920038"/>
              <a:ext cx="1206499" cy="99262"/>
            </a:xfrm>
            <a:prstGeom prst="rect">
              <a:avLst/>
            </a:prstGeom>
            <a:solidFill>
              <a:srgbClr val="FEF1CD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5BB94F-80A2-556D-AFE4-B1A387E47AC9}"/>
                </a:ext>
              </a:extLst>
            </p:cNvPr>
            <p:cNvSpPr txBox="1"/>
            <p:nvPr/>
          </p:nvSpPr>
          <p:spPr>
            <a:xfrm>
              <a:off x="8921939" y="70867"/>
              <a:ext cx="128251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模型输出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87899D2-D97C-C196-355A-2068F002A4BD}"/>
                </a:ext>
              </a:extLst>
            </p:cNvPr>
            <p:cNvSpPr txBox="1"/>
            <p:nvPr/>
          </p:nvSpPr>
          <p:spPr>
            <a:xfrm>
              <a:off x="2124167" y="514472"/>
              <a:ext cx="2752633" cy="387798"/>
            </a:xfrm>
            <a:prstGeom prst="rect">
              <a:avLst/>
            </a:prstGeom>
            <a:solidFill>
              <a:srgbClr val="FAE4D6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What are the genes associated with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Acute Monocytic Leukemia?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7253D2D-095D-F11A-19A2-599EA57A178C}"/>
                </a:ext>
              </a:extLst>
            </p:cNvPr>
            <p:cNvSpPr txBox="1"/>
            <p:nvPr/>
          </p:nvSpPr>
          <p:spPr>
            <a:xfrm>
              <a:off x="8552435" y="399788"/>
              <a:ext cx="1931415" cy="646331"/>
            </a:xfrm>
            <a:prstGeom prst="rect">
              <a:avLst/>
            </a:prstGeom>
            <a:solidFill>
              <a:srgbClr val="FAE4D6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Genes associated with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AML are RUNX1, SPRED1,</a:t>
              </a:r>
            </a:p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and ELANE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4CBB011-D8CC-8881-CC48-1FD474332A59}"/>
                </a:ext>
              </a:extLst>
            </p:cNvPr>
            <p:cNvSpPr txBox="1"/>
            <p:nvPr/>
          </p:nvSpPr>
          <p:spPr>
            <a:xfrm>
              <a:off x="3238407" y="2676691"/>
              <a:ext cx="730343" cy="276999"/>
            </a:xfrm>
            <a:prstGeom prst="rect">
              <a:avLst/>
            </a:prstGeom>
            <a:solidFill>
              <a:srgbClr val="FADA72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11EE37C-9DF1-84AB-FF1E-1273F7D7416B}"/>
                </a:ext>
              </a:extLst>
            </p:cNvPr>
            <p:cNvSpPr txBox="1"/>
            <p:nvPr/>
          </p:nvSpPr>
          <p:spPr>
            <a:xfrm>
              <a:off x="3048000" y="2870200"/>
              <a:ext cx="920750" cy="178793"/>
            </a:xfrm>
            <a:prstGeom prst="rect">
              <a:avLst/>
            </a:prstGeom>
            <a:solidFill>
              <a:srgbClr val="FADA72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C0580A0-F251-F448-BCFD-3727AC69D651}"/>
                </a:ext>
              </a:extLst>
            </p:cNvPr>
            <p:cNvSpPr txBox="1"/>
            <p:nvPr/>
          </p:nvSpPr>
          <p:spPr>
            <a:xfrm>
              <a:off x="3714749" y="2612603"/>
              <a:ext cx="285751" cy="409998"/>
            </a:xfrm>
            <a:prstGeom prst="rect">
              <a:avLst/>
            </a:prstGeom>
            <a:solidFill>
              <a:srgbClr val="FADA72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87F7C8D-E948-33E2-287A-E93CDFE7F755}"/>
                </a:ext>
              </a:extLst>
            </p:cNvPr>
            <p:cNvSpPr txBox="1"/>
            <p:nvPr/>
          </p:nvSpPr>
          <p:spPr>
            <a:xfrm>
              <a:off x="3506833" y="2714560"/>
              <a:ext cx="285751" cy="409998"/>
            </a:xfrm>
            <a:prstGeom prst="rect">
              <a:avLst/>
            </a:prstGeom>
            <a:solidFill>
              <a:srgbClr val="FADA72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2DEF353-EE89-A202-B02A-7CF09314AEA0}"/>
                </a:ext>
              </a:extLst>
            </p:cNvPr>
            <p:cNvSpPr txBox="1"/>
            <p:nvPr/>
          </p:nvSpPr>
          <p:spPr>
            <a:xfrm>
              <a:off x="4908643" y="2877543"/>
              <a:ext cx="323757" cy="170457"/>
            </a:xfrm>
            <a:prstGeom prst="rect">
              <a:avLst/>
            </a:prstGeom>
            <a:solidFill>
              <a:srgbClr val="B1D494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B77A6DF-F7F9-537D-5EB7-CCDF56C94053}"/>
                </a:ext>
              </a:extLst>
            </p:cNvPr>
            <p:cNvSpPr txBox="1"/>
            <p:nvPr/>
          </p:nvSpPr>
          <p:spPr>
            <a:xfrm>
              <a:off x="5225024" y="2877543"/>
              <a:ext cx="529898" cy="170457"/>
            </a:xfrm>
            <a:prstGeom prst="rect">
              <a:avLst/>
            </a:prstGeom>
            <a:solidFill>
              <a:srgbClr val="B1D494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880FA47-ED6E-9000-FB00-61D3B05D754C}"/>
                </a:ext>
              </a:extLst>
            </p:cNvPr>
            <p:cNvSpPr txBox="1"/>
            <p:nvPr/>
          </p:nvSpPr>
          <p:spPr>
            <a:xfrm>
              <a:off x="5305894" y="2839443"/>
              <a:ext cx="529898" cy="170457"/>
            </a:xfrm>
            <a:prstGeom prst="rect">
              <a:avLst/>
            </a:prstGeom>
            <a:solidFill>
              <a:srgbClr val="B1D494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0B57EBD-F8C8-40B3-A0B8-177F3633C502}"/>
                </a:ext>
              </a:extLst>
            </p:cNvPr>
            <p:cNvSpPr txBox="1"/>
            <p:nvPr/>
          </p:nvSpPr>
          <p:spPr>
            <a:xfrm>
              <a:off x="5070520" y="2688036"/>
              <a:ext cx="587329" cy="170457"/>
            </a:xfrm>
            <a:prstGeom prst="rect">
              <a:avLst/>
            </a:prstGeom>
            <a:solidFill>
              <a:srgbClr val="B1D494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CD75DF8-1B07-59B4-0F06-D294B49511CF}"/>
                </a:ext>
              </a:extLst>
            </p:cNvPr>
            <p:cNvSpPr txBox="1"/>
            <p:nvPr/>
          </p:nvSpPr>
          <p:spPr>
            <a:xfrm>
              <a:off x="2940817" y="2523395"/>
              <a:ext cx="12321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疾病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潜在空间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BA97590-B183-73A0-35E7-1C63131F65D2}"/>
                </a:ext>
              </a:extLst>
            </p:cNvPr>
            <p:cNvSpPr txBox="1"/>
            <p:nvPr/>
          </p:nvSpPr>
          <p:spPr>
            <a:xfrm>
              <a:off x="4815473" y="2557898"/>
              <a:ext cx="11346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上下文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潜在空间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D3CB49E-2EC5-72EF-2997-00AD8474F90E}"/>
                </a:ext>
              </a:extLst>
            </p:cNvPr>
            <p:cNvSpPr txBox="1"/>
            <p:nvPr/>
          </p:nvSpPr>
          <p:spPr>
            <a:xfrm>
              <a:off x="1505235" y="2154780"/>
              <a:ext cx="2001598" cy="240066"/>
            </a:xfrm>
            <a:prstGeom prst="rect">
              <a:avLst/>
            </a:prstGeom>
            <a:solidFill>
              <a:srgbClr val="FEFBF6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Acute Monocytic Leukemia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98DE38B-E8B9-79F4-B534-E8E969023747}"/>
                </a:ext>
              </a:extLst>
            </p:cNvPr>
            <p:cNvSpPr txBox="1"/>
            <p:nvPr/>
          </p:nvSpPr>
          <p:spPr>
            <a:xfrm>
              <a:off x="6963847" y="1753684"/>
              <a:ext cx="3613167" cy="535531"/>
            </a:xfrm>
            <a:prstGeom prst="rect">
              <a:avLst/>
            </a:prstGeom>
            <a:solidFill>
              <a:srgbClr val="FEFBF6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acute monocytic leukemia associates Gene RUNX1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acute monocytic leukemia associates Gene SPRED1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acute monocytic leukemia associates Gene ELANE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932BE3-2B0D-D686-FBE2-1FF3C35FD323}"/>
                </a:ext>
              </a:extLst>
            </p:cNvPr>
            <p:cNvSpPr txBox="1"/>
            <p:nvPr/>
          </p:nvSpPr>
          <p:spPr>
            <a:xfrm>
              <a:off x="1536889" y="4732003"/>
              <a:ext cx="1339661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疾病知识图谱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8E27F39-DBB9-0A8A-F4FD-46AE58F81EDA}"/>
                </a:ext>
              </a:extLst>
            </p:cNvPr>
            <p:cNvSpPr txBox="1"/>
            <p:nvPr/>
          </p:nvSpPr>
          <p:spPr>
            <a:xfrm>
              <a:off x="2794304" y="1418635"/>
              <a:ext cx="1422854" cy="584775"/>
            </a:xfrm>
            <a:prstGeom prst="rect">
              <a:avLst/>
            </a:prstGeom>
            <a:solidFill>
              <a:srgbClr val="FEF1C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基于提示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的疾病抽取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571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100</Words>
  <Application>Microsoft Office PowerPoint</Application>
  <PresentationFormat>宽屏</PresentationFormat>
  <Paragraphs>42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士朋 李</dc:creator>
  <cp:lastModifiedBy>士朋 李</cp:lastModifiedBy>
  <cp:revision>28</cp:revision>
  <dcterms:created xsi:type="dcterms:W3CDTF">2026-05-19T10:23:18Z</dcterms:created>
  <dcterms:modified xsi:type="dcterms:W3CDTF">2026-05-19T11:23:48Z</dcterms:modified>
</cp:coreProperties>
</file>